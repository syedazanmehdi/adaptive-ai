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AAAAAA"/>
                </a:solidFill>
                <a:latin typeface="Calibri"/>
              </a:rPr>
              <a:t>UNIVERSITY OF MIANWALI · PROJECT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Adaptive AI Learning Platform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CCCCC"/>
                </a:solidFill>
                <a:latin typeface="Calibri"/>
              </a:rPr>
              <a:t>A live AI tutor for computer science that diagnoses each learner, rewrites lessons to their level, predicts what they will forget, and turns skill into scholarships, jobs, and first clients.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480560"/>
            <a:ext cx="109728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Created by Syed Azan Mehdi Shah — AI-Driven Adaptive Learning Platform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999999"/>
                </a:solidFill>
                <a:latin typeface="Calibri"/>
              </a:rPr>
              <a:t>Supervisor: Mr. Asif Raza — Lecturer, University of Mianwali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Static courses fail the people who need them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One-size-fits-all content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Every learner sees the same lessons regardless of strength, weakness, or style — so most disengage. Over 90% of students drop out of static online CS courses.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No memory of forgetting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Platforms record what you completed, not what you retained. Skills silently decay after the assessment, and nobody warns the learner in time.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Learning stops at 'course finished'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Students still cannot pass interviews, prove skills for study abroad, or land a first client. There is no bridge from learning to real outcomes.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Who it affects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Self-taught and university CS learners in price-sensitive, underserved markets — Pakistan, India, MENA, Southeast Asia — where US-priced, English-only products leave the next billion learners behind.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Syed Azan Mehdi Shah · Supervisor: Mr. Asif Raza, Lecturer — University of Mianwali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02 ·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A live AI tutor that adapts, remembers, and opens doors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Diagnose → adapt → mentor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Gemini-generated adaptive diagnostics build a 5-domain Capability Matrix; lessons rewrite themselves to each learner's level and style; code gets 4-axis tiered mentorship.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It remembers you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Memory Twin™ fits forgetting curves to real practice and forecasts 14-day retention; Struggle DNA™ profiles how a learner fails, not just what they missed.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3192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It plans the path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Domain Compass™ maps 64 computing domains with 10-year demand trends; PathFinder™ turns the live matrix into an adaptive 7-day study plan.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3931920"/>
            <a:ext cx="5394960" cy="1965960"/>
          </a:xfrm>
          <a:prstGeom prst="rect">
            <a:avLst/>
          </a:prstGeom>
          <a:solidFill>
            <a:srgbClr val="FFFFFF"/>
          </a:solidFill>
          <a:ln w="15875">
            <a:solidFill>
              <a:srgbClr val="0A0A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A0A0A"/>
                </a:solidFill>
                <a:latin typeface="Calibri"/>
              </a:rPr>
              <a:t>It converts skill into opportunity</a:t>
            </a:r>
          </a:p>
          <a:p>
            <a:r>
              <a:rPr sz="1150">
                <a:solidFill>
                  <a:srgbClr val="444444"/>
                </a:solidFill>
                <a:latin typeface="Calibri"/>
              </a:rPr>
              <a:t>Skill Passport™, Scholarship Radar™, Freelance Launchpad™, and the Career Readiness Stack™ — Autopilot's fit %, a gap-targeted assessment, a scored interview rehearsal, and a tracked application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444444"/>
                </a:solidFill>
                <a:latin typeface="Calibri"/>
              </a:rPr>
              <a:t>Audience: CS students and self-taught developers in emerging markets first; universities and bootcamps (B2B2C) second. The opportunity layer is free by design; the retention engine is the premium tier.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Syed Azan Mehdi Shah · Supervisor: Mr. Asif Raza, Lecturer — University of Mianwali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03 · NEED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From completion to consequence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The need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Learners do not need more content — they need to know what to learn next, remember it, and prove it. Incumbents optimize watch-time; nobody owns retention or outcomes.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Impact on the learner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A personalized path, an early warning before a skill fades, and portable evidence — turning months of scattered effort into interviews passed, scholarships won, and first income earned.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Impact on the market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PPP regional pricing (Pakistan ₨999 default, 8 markets) and an Urdu dual-language glossary make quality CS education reachable where US-priced, English-only products never land.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0A0A0A"/>
                </a:solidFill>
                <a:latin typeface="Calibri"/>
              </a:rPr>
              <a:t>Why it compounds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444444"/>
                </a:solidFill>
                <a:latin typeface="Calibri"/>
              </a:rPr>
              <a:t>Every answer feeds the Capability Matrix, Struggle DNA, and Memory Twin — the model of each learner sharpens with use, so retention and outcomes improve the longer they stay.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Syed Azan Mehdi Shah · Supervisor: Mr. Asif Raza, Lecturer — University of Mianwali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04 · INNOVATION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A0A0A"/>
                </a:solidFill>
                <a:latin typeface="Calibri"/>
              </a:rPr>
              <a:t>Novel capabilities on a demo-proof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THE 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Memory Twin™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Skill-decay prediction from forgetting curves + 2-minute Rescue Reviews before a skill fades.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Struggle DNA™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Cognitive phenotyping — a struggle archetype with targeted countermeasures.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Career Readiness Stack™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JD → weighted fit % → gap-targeted assessment → scored interview rehearsal → tracked response rate, one closed loop.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Global Access Doctrine™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PPP pricing and an Urdu glossary — access, not just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78308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66666"/>
                </a:solidFill>
                <a:latin typeface="Calibri"/>
              </a:rPr>
              <a:t>THE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214884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MERN + TypeScript monorepo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React 19 + Vite, Express 5 strict MVC, Mongoose, shared Zod schemas.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AI isolated + structured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All Gemini calls live in a services layer, declare a response schema, validate before persisting.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Never fails live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Dual-key/model cascade with quota + overload rollover and a deterministic mock fallback.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0A0A0A"/>
                </a:solidFill>
                <a:latin typeface="Calibri"/>
              </a:rPr>
              <a:t>Secure by design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Issuer-bound JWT, RBAC + plan gating, helmet CSP/HSTS, tiered rate limits, audit logging.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66666"/>
                </a:solidFill>
                <a:latin typeface="Calibri"/>
              </a:rPr>
              <a:t>Syed Azan Mehdi Shah · Supervisor: Mr. Asif Raza, Lecturer — University of Mianwali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05 · FEASIBILITY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Not a slide — a shipped, running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600200"/>
            <a:ext cx="82296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Built and running today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A 17-feature student experience plus a full admin console run end-to-end locally on the monorepo above.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Verified quality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113/113 automated tests (RBAC matrix, plan gating, AI fallbacks, ownership, hardening, career stack) and a WCAG-AA contrast audit on every route in dark + light.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Feasible to run and scale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Free-tier infrastructure — MongoDB Atlas M0, Vercel serverless, Gemini free tier — with fallbacks that remove any single-API dependency; one maintainer can operate it.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Deployment-ready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The Vercel single-project serverless adapter and config are complete (same-origin, no CORS); it goes live the moment Atlas and the deploy token are wired.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The ask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5E5E5"/>
                </a:solidFill>
                <a:latin typeface="Calibri"/>
              </a:rPr>
              <a:t>Hackathon validation, then a seed round to ship Stripe billing, the live production deploy, and the emerging-market wedge.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Syed Azan Mehdi Shah · Supervisor: Mr. Asif Raza, Lecturer — University of Mianwali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