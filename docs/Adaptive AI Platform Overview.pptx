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AAAAA"/>
                </a:solidFill>
                <a:latin typeface="Calibri"/>
              </a:rPr>
              <a:t>AI-DRIVEN ADAPTIVE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Adaptive AI Learning Platform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  <a:latin typeface="Calibri"/>
              </a:rPr>
              <a:t>Personalized computer-science education that predicts forgetting, profiles struggle, and turns learning into opportunity.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80560"/>
            <a:ext cx="109728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Static courses fail almost everyone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One-size-fits-all content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Every learner sees the same lessons regardless of strength, weakness, or style — so most disengage.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No memory of forgetting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Platforms record what you completed, not what you retained. Skills silently decay after assessment.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No path to outcomes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Learning stops at 'course finished' — students still can't answer interviews, prove skills abroad, or land first clients.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Our answer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 live AI tutor: adaptive diagnostics build a Capability Matrix, lessons rewrite themselves per learner, and an opportunity layer converts skill into scholarships, jobs, and income.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ADAPTIVE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The learning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Adaptive diagnostics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Gemini-generated questions adapt to every answer; correct answers never leave the server. Compiles a 5-domain Capability Matrix.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Self-rewriting lessons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Analogies for beginners, diagrams for intermediates, internals for advanced — same objectives, personalized delivery, cached per concept × tier × style.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4-axis code mentorship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Correctness, style, edge cases, optimization — tiered feedback that feeds the matrix and Struggle DNA with every submission.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Domain-general AI mentor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Persistent per-user chat with topic tagging, graceful knowledge-base fallback, strict history isolation.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SIGNATURE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Capabilities no incumbent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Memory Twin™ — skill-decay prediction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Fits forgetting curves R(t)=e^(−t/S) to real practice history; 14-day retention forecast; 2-minute Rescue Reviews reinforce stability before skills fade.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Struggle DNA™ — cognitive phenotyping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Mines behavior into Resilience, Depth Tolerance, Edge Awareness, Craft; assigns a struggle archetype and prescribes targeted countermeasures.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Career Autopilot™ — JD → 90-day plan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Paste any job description: importance-weighted gap analysis against the live matrix, hire-readiness score, deterministic 90-day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System Design Dojo™ — interview training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Six structured challenges graded on a 4-axis interview rubric (Clarify → Estimate → Model → Architect → Scale) with AI critique and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NEW — GLOBAL OPPORTUNITY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From learning to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2044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Skill Passport™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Portable, verifiable proof of skill: deterministic passport ID, per-domain mastery, evidence counts, issuer attestation. JSON download + resume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828800"/>
            <a:ext cx="352044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Scholarship Radar™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15 curated fully-funded international scholarships with live rolling deadline countdowns, match scoring, and level/country/field filters. Free for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1828800"/>
            <a:ext cx="352044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Freelance Launchpad™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AI-drafted, matrix-grounded freelance profile — niche, skills, starter gigs, realistic rate. Copy straight to any marketplace; never invents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Plus the Global Access Doctrine™: PPP regional pricing (Pakistan ₨999 default, 8 markets) and an Urdu dual-language glossary.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ARCHITECTURE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Demo-proof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MERN + TypeScript monorepo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React 19 + Vite, Express 5 strict MVC, Mongoose, shared Zod schemas; AI isolated in a dedicated services layer.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Structured outputs everywhere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Every Gemini call declares a response schema and validates before persistence; deterministic mock fallback keeps every feature alive with zero API keys.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Production security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Issuer-bound JWT, RBAC + plan gating (403/402), helmet CSP + HSTS, tiered rate limits, audit logging.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Verified quality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40/40 automated tests, 52/52 live API QA checks, WCAG-AA contrast audit on every route in dark +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