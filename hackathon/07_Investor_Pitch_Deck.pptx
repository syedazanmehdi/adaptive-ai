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AAAAA"/>
                </a:solidFill>
                <a:latin typeface="Calibri"/>
              </a:rPr>
              <a:t>ADAPTIVE+ INVESTOR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The retention engine for online CS education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CCCCCC"/>
                </a:solidFill>
                <a:latin typeface="Calibri"/>
              </a:rPr>
              <a:t>Memory modeling + struggle phenotyping + an opportunity layer that converts learning into scholarships, jobs, and income.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4480560"/>
            <a:ext cx="109728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A $300B+ gap with a retention crisis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Massive churn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Over 90% of students drop out of static video-based CS courses; completion is the industry's unsolved problem.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Emerging-market surge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Pakistan, India, MENA, Southeast Asia hold the next billion learners — underserved by US-priced, English-only products.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Outcomes are the product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Students pay for results: passing interviews, studying abroad, first freelance income. Nobody connects learning evidence to those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PRODUCT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Why Adaptive+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94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Memory Twin™ retention engine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Students watch their own skills fade on a forecast chart — then subscribe to stop it. Loss-aversion monetization built into the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828800"/>
            <a:ext cx="5394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Struggle DNA™ profiler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Coaches WHY students keep failing, not just what they missed — the moat compounds with every answer recorded.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114800"/>
            <a:ext cx="5394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Career Readiness Stack™ killer demo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Paste any JD → fit % + 90-day plan, then the same gap report drives a targeted assessment, a rehearsal with a scorecard, and a tracked response rate. One pasted JD, five compounding outputs, a natural premium upsell.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4114800"/>
            <a:ext cx="5394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Demo-proof architecture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Every AI path has a structured schema + deterministic fallback — the live demo can never fail on stage or in diligence.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NEW — THE WEDGE INTO EMERGING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Global Access Doctrine + Opportunity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Fair pricing, native language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PPP price points across 8 regional markets (₨999 Pakistan default) and an Urdu dual-language glossary — incumbents sell US-priced, English-only.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Scholarship Radar™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15 fully-funded programmes with live deadline countdowns and match scoring — the study-abroad dream, systematized and free, driving acquisition.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Freelance Launchpad™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Turns the Capability Matrix into a marketplace-ready profile with starter gigs and realistic rates — income is the strongest retention mechanic.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Skill Passport™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Portable, verifiable evidence for university applications, visa skill proof, and remote roles — no incumbent issues it.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Interview Rehearsal Studio™ + Application Pipeline™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Free mock-interview loop with a scored trend, and a 6-stage application tracker with an honest server-computed response rate — both drive daily return visits without a paywall.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MONETIZATION &amp; TRACTION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Freemium that sells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Explorer (Free)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Diagnostic, adaptive lessons, playground, Dojo, Passport, Scholarships, Freelance — the opportunity layer is free by design: it acquires and retains.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Adaptive+ (Premium)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Memory Twin™, Rescue Reviews, full Struggle DNA™, Career Autopilot™. Gated server-side via JWT plan claims (402), not UI tricks.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Conversion hook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Free users watch their skills decay on a chart, then subscribe to stop it — an emotional event the product creates on its own.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Roadmap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Stripe billing → Atlas deployment → decay-alert notifications → institutional B2B2C tier → marketplace partnerships behind the Radar and Launchpad.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Shipped, tested, verified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Complete MVP in the repo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17-feature student experience + full admin console, all running end-to-end today.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113/113 automated tests · 53/53 live API QA checks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RBAC matrix, plan gating, AI fallbacks, ownership, hardening.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Security posture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Issuer-bound JWT, RBAC + plan gating, helmet CSP/HSTS, tiered rate limits, audit logging.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Ask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Hackathon validation → seed round to ship Stripe billing, real deployment, and the emerging-market wedge.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