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AAAAA"/>
                </a:solidFill>
                <a:latin typeface="Calibri"/>
              </a:rPr>
              <a:t>ADAPTIVE+ INVESTOR 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The retention engine for online CS education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CCCCC"/>
                </a:solidFill>
                <a:latin typeface="Calibri"/>
              </a:rPr>
              <a:t>Memory modeling + struggle phenotyping + an opportunity layer that converts learning into scholarships, jobs, and income.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480560"/>
            <a:ext cx="109728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Calibri"/>
              </a:rPr>
              <a:t>Created by Syed Azan Mehdi Shah — AI-Driven Adaptive Learning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A0A0A"/>
                </a:solidFill>
                <a:latin typeface="Calibri"/>
              </a:rPr>
              <a:t>A $300B+ gap with a retention crisis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00200"/>
            <a:ext cx="822960" cy="381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Massive churn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Over 90% of students drop out of static video-based CS courses; completion is the industry's unsolved problem.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Emerging-market surge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Pakistan, India, MENA, Southeast Asia hold the next billion learners — underserved by US-priced, English-only products.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Outcomes are the product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Students pay for results: passing interviews, studying abroad, first freelance income. Nobody connects learning evidence to those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Calibri"/>
              </a:rPr>
              <a:t>Created by Syed Azan Mehdi Shah — AI-Driven Adaptive Learning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PRODUCT 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A0A0A"/>
                </a:solidFill>
                <a:latin typeface="Calibri"/>
              </a:rPr>
              <a:t>Why Adaptive+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00200"/>
            <a:ext cx="822960" cy="381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Calibri"/>
              </a:rPr>
              <a:t>Memory Twin™ retention engine</a:t>
            </a:r>
          </a:p>
          <a:p>
            <a:r>
              <a:rPr sz="1150">
                <a:solidFill>
                  <a:srgbClr val="444444"/>
                </a:solidFill>
                <a:latin typeface="Calibri"/>
              </a:rPr>
              <a:t>Students watch their own skills fade on a forecast chart — then subscribe to stop it. Loss-aversion monetization built into the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828800"/>
            <a:ext cx="539496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Calibri"/>
              </a:rPr>
              <a:t>Struggle DNA™ profiler</a:t>
            </a:r>
          </a:p>
          <a:p>
            <a:r>
              <a:rPr sz="1150">
                <a:solidFill>
                  <a:srgbClr val="444444"/>
                </a:solidFill>
                <a:latin typeface="Calibri"/>
              </a:rPr>
              <a:t>Coaches WHY students keep failing, not just what they missed — the moat compounds with every answer recorded.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14800"/>
            <a:ext cx="539496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Calibri"/>
              </a:rPr>
              <a:t>Career Autopilot™ killer demo</a:t>
            </a:r>
          </a:p>
          <a:p>
            <a:r>
              <a:rPr sz="1150">
                <a:solidFill>
                  <a:srgbClr val="444444"/>
                </a:solidFill>
                <a:latin typeface="Calibri"/>
              </a:rPr>
              <a:t>Paste any JD → hire-readiness score + 90-day plan. One-line demo, clear outcome metric, natural premium upsell.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4114800"/>
            <a:ext cx="539496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Calibri"/>
              </a:rPr>
              <a:t>Demo-proof architecture</a:t>
            </a:r>
          </a:p>
          <a:p>
            <a:r>
              <a:rPr sz="1150">
                <a:solidFill>
                  <a:srgbClr val="444444"/>
                </a:solidFill>
                <a:latin typeface="Calibri"/>
              </a:rPr>
              <a:t>Every AI path has a structured schema + deterministic fallback — the live demo can never fail on stage or in diligence.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Calibri"/>
              </a:rPr>
              <a:t>Created by Syed Azan Mehdi Shah — AI-Driven Adaptive Learning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NEW — THE WEDGE INTO EMERGING MARKETS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A0A0A"/>
                </a:solidFill>
                <a:latin typeface="Calibri"/>
              </a:rPr>
              <a:t>Global Access Doctrine + Opportunity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00200"/>
            <a:ext cx="822960" cy="381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Fair pricing, native language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PPP price points across 8 regional markets (₨999 Pakistan default) and an Urdu dual-language glossary — incumbents sell US-priced, English-only.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Scholarship Radar™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15 fully-funded programmes with live deadline countdowns and match scoring — the study-abroad dream, systematized and free, driving acquisition.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Freelance Launchpad™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Turns the Capability Matrix into a marketplace-ready profile with starter gigs and realistic rates — income is the strongest retention mechanic.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Skill Passport™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Portable, verifiable evidence for university applications, visa skill proof, and remote roles — no incumbent issues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Calibri"/>
              </a:rPr>
              <a:t>Created by Syed Azan Mehdi Shah — AI-Driven Adaptive Learning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MONETIZATION &amp; TRACTION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A0A0A"/>
                </a:solidFill>
                <a:latin typeface="Calibri"/>
              </a:rPr>
              <a:t>Freemium that sells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00200"/>
            <a:ext cx="822960" cy="381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Explorer (Free)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Diagnostic, adaptive lessons, playground, Dojo, Passport, Scholarships, Freelance — the opportunity layer is free by design: it acquires and retains.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Adaptive+ (Premium)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Memory Twin™, Rescue Reviews, full Struggle DNA™, Career Autopilot™. Gated server-side via JWT plan claims (402), not UI tricks.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Conversion hook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Free users watch their skills decay on a chart, then subscribe to stop it — an emotional event the product creates on its own.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Calibri"/>
              </a:rPr>
              <a:t>Roadmap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Stripe billing → Atlas deployment → decay-alert notifications → institutional B2B2C tier → marketplace partnerships behind the Radar and Launchpad.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Calibri"/>
              </a:rPr>
              <a:t>Created by Syed Azan Mehdi Shah — AI-Driven Adaptive Learning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Shipped, tested, verified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00200"/>
            <a:ext cx="82296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Complete MVP in the repo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14-feature student experience + full admin console, all running end-to-end today.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40/40 automated tests · 52/52 live API QA checks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RBAC matrix, plan gating, AI fallbacks, ownership, hardening.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Security posture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Issuer-bound JWT, RBAC + plan gating, helmet CSP/HSTS, tiered rate limits, audit logging.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Ask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Hackathon validation → seed round to ship Stripe billing, real deployment, and the emerging-market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99999"/>
                </a:solidFill>
                <a:latin typeface="Calibri"/>
              </a:rPr>
              <a:t>Created by Syed Azan Mehdi Shah — AI-Driven Adaptive Learning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