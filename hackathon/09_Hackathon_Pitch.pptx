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HACKATHON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800" b="1" i="0">
                <a:solidFill>
                  <a:srgbClr val="111827"/>
                </a:solidFill>
                <a:latin typeface="Calibri"/>
              </a:rPr>
              <a:t>The AI tutor that never forgets you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It learns how you learn, warns you before you forget a skill, and turns what you know into scholarships, jobs, and your first paying client.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1097280" cy="45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B5563"/>
                </a:solidFill>
                <a:latin typeface="Calibri"/>
              </a:rPr>
              <a:t>Created by Syed Azan Mehdi Shah — AI-Driven Adaptive Learning Platform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Supervisor: Mr. Asif Raza — Lecturer, University of Mianwali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57800"/>
            <a:ext cx="338328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17+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things students can 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5257800"/>
            <a:ext cx="338328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113/113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tests all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5257800"/>
            <a:ext cx="338328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53/53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live checks all passing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What we will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Why most online coding courses fail the people who need them most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0008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86584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86584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Who We Built This For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Self-taught coders, university students, and career switchers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53512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0088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90088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One simple loop: learn, remember, practice, and get hired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57016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93592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93592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Everything It Can 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Every big feature, shown on one easy-to-read slide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97096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Live Demo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Five minutes, the parts that make people say ‘wow’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64024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00600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Getting You Hired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Our newest feature: from job ad to job offer, step by 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67528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04104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404104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How It's Built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The technology underneath, explained simply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71032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007608"/>
            <a:ext cx="822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6007608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111827"/>
                </a:solidFill>
                <a:latin typeface="Calibri"/>
              </a:rPr>
              <a:t>What's 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Proof it works today, and where we take it next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574536"/>
            <a:ext cx="10908792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743200"/>
            <a:ext cx="6858000" cy="68580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0" b="1" i="0">
                <a:solidFill>
                  <a:srgbClr val="F4F5F7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800" b="1" i="0">
                <a:solidFill>
                  <a:srgbClr val="111827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Most online courses teach everyone the same way. That does not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383280"/>
            <a:ext cx="1143000" cy="45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03 / 16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Three things wrong with how coding is taught online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02152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Same lessons for everyone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Every student sees the same content, no matter what they already know. Most people get bored or lost, and quit.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502152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Nobody tracks forgetting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Courses show what you finished, not what you still remember. Skills quietly fade and no one warns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28800"/>
            <a:ext cx="3502152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Learning does not lead anywhere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Finishing a course does not get you a job, a scholarship, or your first client. There is no next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3502152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9 in 10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online students never finish their course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4160520"/>
            <a:ext cx="3502152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1 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the same lessons for every single learner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4160520"/>
            <a:ext cx="3502152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Calibri"/>
              </a:rPr>
              <a:t>1 billion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new learners coming from poorer countries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02 · WHO WE BUILT THIS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Four kinds of learners, one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24328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11827"/>
                </a:solidFill>
                <a:latin typeface="Calibri"/>
              </a:rPr>
              <a:t>Self-taught coders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No teacher, no feedback, no proof of skill. They need a clear path and someone to check their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2624328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11827"/>
                </a:solidFill>
                <a:latin typeface="Calibri"/>
              </a:rPr>
              <a:t>University students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Lots of theory, little practice for real interviews. They need hands-on skill and proof employers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828800"/>
            <a:ext cx="2624328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11827"/>
                </a:solidFill>
                <a:latin typeface="Calibri"/>
              </a:rPr>
              <a:t>Career switchers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Coming from a different job. They need a fast, honest way to see what to learn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1828800"/>
            <a:ext cx="2624328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11827"/>
                </a:solidFill>
                <a:latin typeface="Calibri"/>
              </a:rPr>
              <a:t>Students in poorer countries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Priced out by Western courses, and taught only in English. They need fair prices and their own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109087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4B5563"/>
                </a:solidFill>
                <a:latin typeface="Calibri"/>
              </a:rPr>
              <a:t>Main audience: students in Pakistan, India, and the Middle East. Second audience: universities and coding bootcamps.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0" b="1" i="0">
                <a:solidFill>
                  <a:srgbClr val="F4F5F7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800" b="1" i="0">
                <a:solidFill>
                  <a:srgbClr val="111827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One AI tutor that teaches you, remembers for you, and gets you hired.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383280"/>
            <a:ext cx="1143000" cy="45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06 / 16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03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One simple loop, from your first answer to your first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2084831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1 · Test you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 smart quiz checks what you know. It gets harder or easier based on your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3" y="28346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8356" y="1965960"/>
            <a:ext cx="2084831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2 · Teach you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Lessons change to fit you — simple examples for beginners, deep detail for experts.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8346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6632" y="1965960"/>
            <a:ext cx="2084831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3 · Coach you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Your code gets real feedback: does it work, is it clean, is it fast, does it handle edge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8346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4908" y="1965960"/>
            <a:ext cx="2084831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4 · Remember for you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We warn you before you forget a skill, then a 2-minute review brings it right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1452" y="28346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3184" y="1965960"/>
            <a:ext cx="2084831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5 · Pay off for you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Your skills turn into a certificate, a scholarship, a freelance profile, or a 90-day job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9087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Every step teaches the AI more about you — so the longer you use it, the smarter and more personal it gets.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04 · EVERYTHING IT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Every big feature, on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LEARN IT, REMEMBER IT, PLAN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" y="2075688"/>
            <a:ext cx="5376672" cy="1463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394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Smart Quizzes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AI-made questions that get harder or easier as you answer.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Lessons That Rewrite Themselves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Same topic, explained the way that works for you.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Real Code Feedback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Checks if your code works, is clean, is fast, handles edge cases.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Ask-Anything AI Tutor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A chat tutor you can ask about any topic, any time.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Memory Twin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Shows you what you're about to forget, before you forget it.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Struggle DNA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Figures out why you keep getting stuck, and how to fix it.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Career Map + 7-Day Planner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64 tech careers to explore, plus a study plan made just for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78308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PROVE IT, GET REWARDED FOR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2075688"/>
            <a:ext cx="5376672" cy="1463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103120"/>
            <a:ext cx="5394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Job Match Score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Paste any job ad. See your match score and your real skill gaps.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Practice Tests Made For You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Short quizzes and coding tasks built around your exact gaps.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Interview Practice — free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Practice real interview questions, time yourself, grade yourself.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Job Application Tracker — free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Track every job you apply to and see your real success rate.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System Design Practice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Practice system-design interview questions with AI feedback.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Skill Passport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A shareable, verified proof of your real skills.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Scholarships + Freelance Help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15 funded scholarships, plus a ready-made freelance profile.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Fair Pricing + Urdu Support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Lower prices for poorer countries, and lessons in Urdu too.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4114800"/>
            <a:ext cx="5943600" cy="59436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0" b="1" i="0">
                <a:solidFill>
                  <a:srgbClr val="F4F5F7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800" b="1" i="0">
                <a:solidFill>
                  <a:srgbClr val="111827"/>
                </a:solidFill>
                <a:latin typeface="Calibri"/>
              </a:rPr>
              <a:t>Live Demo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Five minutes. The six moments that make people lean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383280"/>
            <a:ext cx="1143000" cy="45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09 / 16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05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Six moments, in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0879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1 · Sign up, take the quiz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Watch the questions change live as you answer, and see your skill map build itself.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2 · Watch a lesson rewrite itself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Drop your score in a topic, and the lesson changes to fit you better.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3 · See your memory forecast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We show what you're about to forget, run a 2-minute review, and reveal why you keep getting stuck.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4 · Paste a real job ad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Get your match score in seconds, plus the one skill most likely to cost you the interview.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5 · Practice and track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Build an interview script from your own gaps, grade yourself, then log the job in your tracker.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6 · See the extra rewards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Download your Skill Passport, check live scholarship deadlines, get a freelance profile in one click.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06 · GETTING YOU HIRED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From ‘what job ad?’ to ‘I got the offer’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Your Match Score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Paste any job ad. We score how well you match it — overall, and broken down by must-have and nice-to-have skills.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1828800"/>
            <a:ext cx="539496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Practice Tests Made For You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We turn your biggest skill gaps into a short quiz, a coding task, or a mock interview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539496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Interview Practice — free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Practice real interview questions out loud, time yourself, and grade your own answers. No charge, 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3977639"/>
            <a:ext cx="539496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Job Tracker — free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Track every job you apply to, and see your real reply rate — not a guess, an honest number. No charge, ever.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4572000"/>
            <a:ext cx="5486400" cy="54864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0" b="1" i="0">
                <a:solidFill>
                  <a:srgbClr val="F4F5F7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800" b="1" i="0">
                <a:solidFill>
                  <a:srgbClr val="111827"/>
                </a:solidFill>
                <a:latin typeface="Calibri"/>
              </a:rPr>
              <a:t>How It's Built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Built the right way, and tested until it broke — then fixed.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383280"/>
            <a:ext cx="1143000" cy="45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06 · 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The technology, explained without the jargon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0879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A modern, clean codebase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Built with React, Node.js, and MongoDB — all in one well-organized project.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AI that never breaks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If the AI fails or is slow, a backup system takes over right away. The app never crashes.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Safe by design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Secure logins, strict permissions, and protection against common hacking tricks.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Tested, not just hoped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113 out of 113 automated tests pass. 53 out of 53 real-world checks pass too.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07 · WHAT'S WORKING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Already built, already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709928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Calibri"/>
              </a:rPr>
              <a:t>17+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features for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8024" y="1920240"/>
            <a:ext cx="1709928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Calibri"/>
              </a:rPr>
              <a:t>113/113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920240"/>
            <a:ext cx="1709928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skill areas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920240"/>
            <a:ext cx="1709928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Calibri"/>
              </a:rPr>
              <a:t>64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tech careers mapped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920240"/>
            <a:ext cx="1709928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Calibri"/>
              </a:rPr>
              <a:t>15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funded scholarships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920240"/>
            <a:ext cx="1709928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Calibri"/>
              </a:rPr>
              <a:t>2 ×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AI backup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908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WHAT'S ACTUALLY RUNNING, RIGHT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3858768"/>
            <a:ext cx="10890504" cy="1463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90879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111827"/>
                </a:solidFill>
                <a:latin typeface="Calibri"/>
              </a:rPr>
              <a:t>•   Sign-up, logins, and a full admin dashboard with an activity log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111827"/>
                </a:solidFill>
                <a:latin typeface="Calibri"/>
              </a:rPr>
              <a:t>•   The whole 'Getting You Hired' toolkit, plus free interview practice and a free job tracker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111827"/>
                </a:solidFill>
                <a:latin typeface="Calibri"/>
              </a:rPr>
              <a:t>•   Ready to go live — the hosting setup is already built and waiting to be switched on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08 ·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11827"/>
                </a:solidFill>
                <a:latin typeface="Calibri"/>
              </a:rPr>
              <a:t>A clear, honest plan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868680" cy="411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24328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Right now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A complete product, already running, with 113 passing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2624328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Next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Go live for real users, and turn on paid plans.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828800"/>
            <a:ext cx="2624328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Then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Add reminders so students never forget to come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1828800"/>
            <a:ext cx="2624328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Later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Partner with universities and bootcamps.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26280"/>
            <a:ext cx="10908792" cy="100584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What we're asking for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Calibri"/>
              </a:rPr>
              <a:t>Your support to take this from a hackathon project to something real students use every day.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4572000"/>
            <a:ext cx="5486400" cy="54864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4800" b="1" i="0">
                <a:solidFill>
                  <a:srgbClr val="111827"/>
                </a:solidFill>
                <a:latin typeface="Calibri"/>
              </a:rPr>
              <a:t>Thank you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4B5563"/>
                </a:solidFill>
                <a:latin typeface="Calibri"/>
              </a:rPr>
              <a:t>Adaptive AI Learning Platform — the tutor that never forgets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143000" cy="45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Created by Syed Azan Mehdi Shah — AI-Driven Adaptive Learning Platform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Supervisor: Mr. Asif Raza — Lecturer, University of Mianwali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2563EB"/>
                </a:solidFill>
                <a:latin typeface="Calibri"/>
              </a:rPr>
              <a:t>Live demo and 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